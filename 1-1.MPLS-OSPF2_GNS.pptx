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2025-03-18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MPLS VPN </a:t>
            </a:r>
            <a:endParaRPr lang="ko-KR" altLang="en-US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666875" y="3357563"/>
            <a:ext cx="892175" cy="628650"/>
            <a:chOff x="1428750" y="4286250"/>
            <a:chExt cx="892175" cy="628650"/>
          </a:xfrm>
        </p:grpSpPr>
        <p:pic>
          <p:nvPicPr>
            <p:cNvPr id="10043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6537325" y="3357563"/>
            <a:ext cx="892175" cy="628650"/>
            <a:chOff x="1428750" y="4286250"/>
            <a:chExt cx="892175" cy="628650"/>
          </a:xfrm>
        </p:grpSpPr>
        <p:pic>
          <p:nvPicPr>
            <p:cNvPr id="10043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1679575" y="1585913"/>
            <a:ext cx="892175" cy="628650"/>
            <a:chOff x="1428750" y="4286250"/>
            <a:chExt cx="892175" cy="628650"/>
          </a:xfrm>
        </p:grpSpPr>
        <p:pic>
          <p:nvPicPr>
            <p:cNvPr id="10043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1679575" y="5214938"/>
            <a:ext cx="892175" cy="628650"/>
            <a:chOff x="1428750" y="4286250"/>
            <a:chExt cx="892175" cy="628650"/>
          </a:xfrm>
        </p:grpSpPr>
        <p:pic>
          <p:nvPicPr>
            <p:cNvPr id="10042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537325" y="1571625"/>
            <a:ext cx="892175" cy="628650"/>
            <a:chOff x="1428750" y="4286250"/>
            <a:chExt cx="892175" cy="628650"/>
          </a:xfrm>
        </p:grpSpPr>
        <p:pic>
          <p:nvPicPr>
            <p:cNvPr id="10042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6537325" y="5214938"/>
            <a:ext cx="892175" cy="628650"/>
            <a:chOff x="1428750" y="4286250"/>
            <a:chExt cx="892175" cy="628650"/>
          </a:xfrm>
        </p:grpSpPr>
        <p:pic>
          <p:nvPicPr>
            <p:cNvPr id="10042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" name="직선 연결선 23"/>
          <p:cNvCxnSpPr>
            <a:stCxn id="100432" idx="2"/>
            <a:endCxn id="7" idx="0"/>
          </p:cNvCxnSpPr>
          <p:nvPr/>
        </p:nvCxnSpPr>
        <p:spPr>
          <a:xfrm rot="16200000" flipH="1">
            <a:off x="1516063" y="2760663"/>
            <a:ext cx="1177925" cy="1587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2559050" y="3663950"/>
            <a:ext cx="693738" cy="793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67188" y="3662363"/>
            <a:ext cx="72866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38" idx="3"/>
            <a:endCxn id="10" idx="1"/>
          </p:cNvCxnSpPr>
          <p:nvPr/>
        </p:nvCxnSpPr>
        <p:spPr>
          <a:xfrm>
            <a:off x="5810250" y="3662363"/>
            <a:ext cx="727075" cy="952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0" idx="0"/>
            <a:endCxn id="19" idx="2"/>
          </p:cNvCxnSpPr>
          <p:nvPr/>
        </p:nvCxnSpPr>
        <p:spPr>
          <a:xfrm rot="5400000" flipH="1" flipV="1">
            <a:off x="6405563" y="2778125"/>
            <a:ext cx="1157288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66" name="TextBox 182"/>
          <p:cNvSpPr txBox="1">
            <a:spLocks noChangeArrowheads="1"/>
          </p:cNvSpPr>
          <p:nvPr/>
        </p:nvSpPr>
        <p:spPr bwMode="auto">
          <a:xfrm>
            <a:off x="1348298" y="2571750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7" name="TextBox 182"/>
          <p:cNvSpPr txBox="1">
            <a:spLocks noChangeArrowheads="1"/>
          </p:cNvSpPr>
          <p:nvPr/>
        </p:nvSpPr>
        <p:spPr bwMode="auto">
          <a:xfrm>
            <a:off x="1331002" y="4357688"/>
            <a:ext cx="6479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S0/0.1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8" name="TextBox 182"/>
          <p:cNvSpPr txBox="1">
            <a:spLocks noChangeArrowheads="1"/>
          </p:cNvSpPr>
          <p:nvPr/>
        </p:nvSpPr>
        <p:spPr bwMode="auto">
          <a:xfrm>
            <a:off x="4071938" y="3000375"/>
            <a:ext cx="123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F1/14(Routed)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78.0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9" name="TextBox 182"/>
          <p:cNvSpPr txBox="1">
            <a:spLocks noChangeArrowheads="1"/>
          </p:cNvSpPr>
          <p:nvPr/>
        </p:nvSpPr>
        <p:spPr bwMode="auto">
          <a:xfrm>
            <a:off x="5429250" y="3929063"/>
            <a:ext cx="7223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F1/2(R)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28.8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0" name="TextBox 182"/>
          <p:cNvSpPr txBox="1">
            <a:spLocks noChangeArrowheads="1"/>
          </p:cNvSpPr>
          <p:nvPr/>
        </p:nvSpPr>
        <p:spPr bwMode="auto">
          <a:xfrm>
            <a:off x="7158548" y="250031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4"/>
          <p:cNvGrpSpPr>
            <a:grpSpLocks/>
          </p:cNvGrpSpPr>
          <p:nvPr/>
        </p:nvGrpSpPr>
        <p:grpSpPr bwMode="auto">
          <a:xfrm>
            <a:off x="3252788" y="3429000"/>
            <a:ext cx="914400" cy="468313"/>
            <a:chOff x="3214688" y="5500688"/>
            <a:chExt cx="914400" cy="468312"/>
          </a:xfrm>
        </p:grpSpPr>
        <p:pic>
          <p:nvPicPr>
            <p:cNvPr id="100423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146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4" name="TextBox 25"/>
            <p:cNvSpPr txBox="1">
              <a:spLocks noChangeArrowheads="1"/>
            </p:cNvSpPr>
            <p:nvPr/>
          </p:nvSpPr>
          <p:spPr bwMode="auto">
            <a:xfrm>
              <a:off x="32861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30"/>
          <p:cNvGrpSpPr>
            <a:grpSpLocks/>
          </p:cNvGrpSpPr>
          <p:nvPr/>
        </p:nvGrpSpPr>
        <p:grpSpPr bwMode="auto">
          <a:xfrm>
            <a:off x="4895850" y="3429000"/>
            <a:ext cx="914400" cy="468313"/>
            <a:chOff x="4929188" y="5500688"/>
            <a:chExt cx="914400" cy="468312"/>
          </a:xfrm>
        </p:grpSpPr>
        <p:pic>
          <p:nvPicPr>
            <p:cNvPr id="100421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291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2" name="TextBox 27"/>
            <p:cNvSpPr txBox="1">
              <a:spLocks noChangeArrowheads="1"/>
            </p:cNvSpPr>
            <p:nvPr/>
          </p:nvSpPr>
          <p:spPr bwMode="auto">
            <a:xfrm>
              <a:off x="50006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54" name="직선 연결선 53"/>
          <p:cNvCxnSpPr>
            <a:stCxn id="7" idx="2"/>
            <a:endCxn id="16" idx="0"/>
          </p:cNvCxnSpPr>
          <p:nvPr/>
        </p:nvCxnSpPr>
        <p:spPr>
          <a:xfrm rot="16200000" flipH="1">
            <a:off x="1504950" y="4594226"/>
            <a:ext cx="1228725" cy="12700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>
            <a:stCxn id="10" idx="2"/>
            <a:endCxn id="22" idx="0"/>
          </p:cNvCxnSpPr>
          <p:nvPr/>
        </p:nvCxnSpPr>
        <p:spPr>
          <a:xfrm rot="5400000">
            <a:off x="6369051" y="4600575"/>
            <a:ext cx="12303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75" name="TextBox 182"/>
          <p:cNvSpPr txBox="1">
            <a:spLocks noChangeArrowheads="1"/>
          </p:cNvSpPr>
          <p:nvPr/>
        </p:nvSpPr>
        <p:spPr bwMode="auto">
          <a:xfrm>
            <a:off x="7158548" y="4357688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6" name="TextBox 182"/>
          <p:cNvSpPr txBox="1">
            <a:spLocks noChangeArrowheads="1"/>
          </p:cNvSpPr>
          <p:nvPr/>
        </p:nvSpPr>
        <p:spPr bwMode="auto">
          <a:xfrm>
            <a:off x="2786063" y="3967163"/>
            <a:ext cx="7223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F1/1(R)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17.7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7" name="TextBox 182"/>
          <p:cNvSpPr txBox="1">
            <a:spLocks noChangeArrowheads="1"/>
          </p:cNvSpPr>
          <p:nvPr/>
        </p:nvSpPr>
        <p:spPr bwMode="auto">
          <a:xfrm>
            <a:off x="6072188" y="3038475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28.2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8" name="TextBox 182"/>
          <p:cNvSpPr txBox="1">
            <a:spLocks noChangeArrowheads="1"/>
          </p:cNvSpPr>
          <p:nvPr/>
        </p:nvSpPr>
        <p:spPr bwMode="auto">
          <a:xfrm>
            <a:off x="2500313" y="3038475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17.1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" name="그룹 104"/>
          <p:cNvGrpSpPr>
            <a:grpSpLocks/>
          </p:cNvGrpSpPr>
          <p:nvPr/>
        </p:nvGrpSpPr>
        <p:grpSpPr bwMode="auto">
          <a:xfrm>
            <a:off x="6858000" y="5786438"/>
            <a:ext cx="285750" cy="358775"/>
            <a:chOff x="1714481" y="3857627"/>
            <a:chExt cx="285750" cy="358775"/>
          </a:xfrm>
        </p:grpSpPr>
        <p:cxnSp>
          <p:nvCxnSpPr>
            <p:cNvPr id="64" name="직선 연결선 63"/>
            <p:cNvCxnSpPr/>
            <p:nvPr/>
          </p:nvCxnSpPr>
          <p:spPr>
            <a:xfrm rot="5400000">
              <a:off x="1679556" y="403542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4"/>
          <p:cNvGrpSpPr>
            <a:grpSpLocks/>
          </p:cNvGrpSpPr>
          <p:nvPr/>
        </p:nvGrpSpPr>
        <p:grpSpPr bwMode="auto">
          <a:xfrm>
            <a:off x="2000250" y="5784850"/>
            <a:ext cx="285750" cy="358775"/>
            <a:chOff x="1714481" y="3857627"/>
            <a:chExt cx="285750" cy="358775"/>
          </a:xfrm>
        </p:grpSpPr>
        <p:cxnSp>
          <p:nvCxnSpPr>
            <p:cNvPr id="67" name="직선 연결선 66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04"/>
          <p:cNvGrpSpPr>
            <a:grpSpLocks/>
          </p:cNvGrpSpPr>
          <p:nvPr/>
        </p:nvGrpSpPr>
        <p:grpSpPr bwMode="auto">
          <a:xfrm>
            <a:off x="3500438" y="3857625"/>
            <a:ext cx="285750" cy="358775"/>
            <a:chOff x="1714481" y="3857627"/>
            <a:chExt cx="285750" cy="358775"/>
          </a:xfrm>
        </p:grpSpPr>
        <p:cxnSp>
          <p:nvCxnSpPr>
            <p:cNvPr id="70" name="직선 연결선 69"/>
            <p:cNvCxnSpPr/>
            <p:nvPr/>
          </p:nvCxnSpPr>
          <p:spPr>
            <a:xfrm rot="5400000">
              <a:off x="1679556" y="4035427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04"/>
          <p:cNvGrpSpPr>
            <a:grpSpLocks/>
          </p:cNvGrpSpPr>
          <p:nvPr/>
        </p:nvGrpSpPr>
        <p:grpSpPr bwMode="auto">
          <a:xfrm>
            <a:off x="5143500" y="3857625"/>
            <a:ext cx="285750" cy="358775"/>
            <a:chOff x="1714481" y="3857627"/>
            <a:chExt cx="285750" cy="358775"/>
          </a:xfrm>
        </p:grpSpPr>
        <p:cxnSp>
          <p:nvCxnSpPr>
            <p:cNvPr id="73" name="직선 연결선 72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00"/>
          <p:cNvGrpSpPr>
            <a:grpSpLocks/>
          </p:cNvGrpSpPr>
          <p:nvPr/>
        </p:nvGrpSpPr>
        <p:grpSpPr bwMode="auto">
          <a:xfrm>
            <a:off x="1357313" y="3500438"/>
            <a:ext cx="357187" cy="428625"/>
            <a:chOff x="1071563" y="2428875"/>
            <a:chExt cx="357187" cy="428625"/>
          </a:xfrm>
        </p:grpSpPr>
        <p:cxnSp>
          <p:nvCxnSpPr>
            <p:cNvPr id="76" name="직선 연결선 75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rot="5400000">
              <a:off x="858044" y="2642394"/>
              <a:ext cx="42862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00"/>
          <p:cNvGrpSpPr>
            <a:grpSpLocks/>
          </p:cNvGrpSpPr>
          <p:nvPr/>
        </p:nvGrpSpPr>
        <p:grpSpPr bwMode="auto">
          <a:xfrm flipH="1">
            <a:off x="7429500" y="3500438"/>
            <a:ext cx="357188" cy="428625"/>
            <a:chOff x="1071563" y="2428875"/>
            <a:chExt cx="357187" cy="428625"/>
          </a:xfrm>
        </p:grpSpPr>
        <p:cxnSp>
          <p:nvCxnSpPr>
            <p:cNvPr id="79" name="직선 연결선 78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rot="5400000">
              <a:off x="858045" y="2642394"/>
              <a:ext cx="42862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04"/>
          <p:cNvGrpSpPr>
            <a:grpSpLocks/>
          </p:cNvGrpSpPr>
          <p:nvPr/>
        </p:nvGrpSpPr>
        <p:grpSpPr bwMode="auto">
          <a:xfrm flipV="1">
            <a:off x="2000250" y="1284288"/>
            <a:ext cx="285750" cy="358775"/>
            <a:chOff x="1714481" y="3857627"/>
            <a:chExt cx="285750" cy="358775"/>
          </a:xfrm>
        </p:grpSpPr>
        <p:cxnSp>
          <p:nvCxnSpPr>
            <p:cNvPr id="82" name="직선 연결선 81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04"/>
          <p:cNvGrpSpPr>
            <a:grpSpLocks/>
          </p:cNvGrpSpPr>
          <p:nvPr/>
        </p:nvGrpSpPr>
        <p:grpSpPr bwMode="auto">
          <a:xfrm flipV="1">
            <a:off x="6858000" y="1214438"/>
            <a:ext cx="285750" cy="358775"/>
            <a:chOff x="1714481" y="3857627"/>
            <a:chExt cx="285750" cy="358775"/>
          </a:xfrm>
        </p:grpSpPr>
        <p:cxnSp>
          <p:nvCxnSpPr>
            <p:cNvPr id="85" name="직선 연결선 84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모서리가 둥근 직사각형 86"/>
          <p:cNvSpPr/>
          <p:nvPr/>
        </p:nvSpPr>
        <p:spPr>
          <a:xfrm>
            <a:off x="928688" y="3000375"/>
            <a:ext cx="7215187" cy="142875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9" name="타원 88"/>
          <p:cNvSpPr/>
          <p:nvPr/>
        </p:nvSpPr>
        <p:spPr bwMode="auto">
          <a:xfrm>
            <a:off x="1285875" y="1071563"/>
            <a:ext cx="1714500" cy="1428750"/>
          </a:xfrm>
          <a:prstGeom prst="ellipse">
            <a:avLst/>
          </a:prstGeom>
          <a:noFill/>
          <a:ln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0" name="타원 89"/>
          <p:cNvSpPr/>
          <p:nvPr/>
        </p:nvSpPr>
        <p:spPr bwMode="auto">
          <a:xfrm>
            <a:off x="6143625" y="5000625"/>
            <a:ext cx="1714500" cy="1357313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1" name="타원 90"/>
          <p:cNvSpPr/>
          <p:nvPr/>
        </p:nvSpPr>
        <p:spPr bwMode="auto">
          <a:xfrm>
            <a:off x="1285875" y="5000625"/>
            <a:ext cx="1643063" cy="13573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2" name="타원 91"/>
          <p:cNvSpPr/>
          <p:nvPr/>
        </p:nvSpPr>
        <p:spPr bwMode="auto">
          <a:xfrm>
            <a:off x="6143625" y="1071563"/>
            <a:ext cx="1643063" cy="1357312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3" name="타원 92"/>
          <p:cNvSpPr/>
          <p:nvPr/>
        </p:nvSpPr>
        <p:spPr bwMode="auto">
          <a:xfrm>
            <a:off x="1000125" y="3143250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94" name="타원 93"/>
          <p:cNvSpPr/>
          <p:nvPr/>
        </p:nvSpPr>
        <p:spPr bwMode="auto">
          <a:xfrm>
            <a:off x="6143625" y="3143250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100394" name="TextBox 190"/>
          <p:cNvSpPr txBox="1">
            <a:spLocks noChangeArrowheads="1"/>
          </p:cNvSpPr>
          <p:nvPr/>
        </p:nvSpPr>
        <p:spPr bwMode="auto">
          <a:xfrm>
            <a:off x="3929063" y="4572000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5" name="TextBox 190"/>
          <p:cNvSpPr txBox="1">
            <a:spLocks noChangeArrowheads="1"/>
          </p:cNvSpPr>
          <p:nvPr/>
        </p:nvSpPr>
        <p:spPr bwMode="auto">
          <a:xfrm>
            <a:off x="1285875" y="63452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6" name="TextBox 190"/>
          <p:cNvSpPr txBox="1">
            <a:spLocks noChangeArrowheads="1"/>
          </p:cNvSpPr>
          <p:nvPr/>
        </p:nvSpPr>
        <p:spPr bwMode="auto">
          <a:xfrm>
            <a:off x="6143625" y="6286500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7" name="TextBox 190"/>
          <p:cNvSpPr txBox="1">
            <a:spLocks noChangeArrowheads="1"/>
          </p:cNvSpPr>
          <p:nvPr/>
        </p:nvSpPr>
        <p:spPr bwMode="auto">
          <a:xfrm>
            <a:off x="128587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8" name="TextBox 190"/>
          <p:cNvSpPr txBox="1">
            <a:spLocks noChangeArrowheads="1"/>
          </p:cNvSpPr>
          <p:nvPr/>
        </p:nvSpPr>
        <p:spPr bwMode="auto">
          <a:xfrm>
            <a:off x="614362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9" name="TextBox 190"/>
          <p:cNvSpPr txBox="1">
            <a:spLocks noChangeArrowheads="1"/>
          </p:cNvSpPr>
          <p:nvPr/>
        </p:nvSpPr>
        <p:spPr bwMode="auto">
          <a:xfrm>
            <a:off x="142875" y="3201988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0" name="TextBox 190"/>
          <p:cNvSpPr txBox="1">
            <a:spLocks noChangeArrowheads="1"/>
          </p:cNvSpPr>
          <p:nvPr/>
        </p:nvSpPr>
        <p:spPr bwMode="auto">
          <a:xfrm>
            <a:off x="7500938" y="3214688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1" name="TextBox 190"/>
          <p:cNvSpPr txBox="1">
            <a:spLocks noChangeArrowheads="1"/>
          </p:cNvSpPr>
          <p:nvPr/>
        </p:nvSpPr>
        <p:spPr bwMode="auto">
          <a:xfrm>
            <a:off x="3000375" y="1643063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2" name="TextBox 190"/>
          <p:cNvSpPr txBox="1">
            <a:spLocks noChangeArrowheads="1"/>
          </p:cNvSpPr>
          <p:nvPr/>
        </p:nvSpPr>
        <p:spPr bwMode="auto">
          <a:xfrm>
            <a:off x="4643438" y="1643063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3" name="TextBox 190"/>
          <p:cNvSpPr txBox="1">
            <a:spLocks noChangeArrowheads="1"/>
          </p:cNvSpPr>
          <p:nvPr/>
        </p:nvSpPr>
        <p:spPr bwMode="auto">
          <a:xfrm>
            <a:off x="2928938" y="5572125"/>
            <a:ext cx="1428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RED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4" name="TextBox 190"/>
          <p:cNvSpPr txBox="1">
            <a:spLocks noChangeArrowheads="1"/>
          </p:cNvSpPr>
          <p:nvPr/>
        </p:nvSpPr>
        <p:spPr bwMode="auto">
          <a:xfrm>
            <a:off x="4714875" y="5572125"/>
            <a:ext cx="1428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RED</a:t>
            </a:r>
            <a:endParaRPr kumimoji="0" lang="ko-KR" altLang="en-US" b="1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MPLS VPN-OSPF</a:t>
            </a:r>
            <a:endParaRPr lang="ko-KR" altLang="en-US" dirty="0"/>
          </a:p>
        </p:txBody>
      </p:sp>
      <p:sp>
        <p:nvSpPr>
          <p:cNvPr id="101379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/>
              <a:t>R1, R2</a:t>
            </a:r>
          </a:p>
          <a:p>
            <a:pPr lvl="1"/>
            <a:r>
              <a:rPr lang="en-US" altLang="ko-KR"/>
              <a:t>VRF: BLUE, RED</a:t>
            </a:r>
          </a:p>
          <a:p>
            <a:pPr lvl="1"/>
            <a:r>
              <a:rPr lang="en-US" altLang="ko-KR"/>
              <a:t>RD: 10:100, 10:200</a:t>
            </a:r>
          </a:p>
          <a:p>
            <a:pPr lvl="1"/>
            <a:endParaRPr lang="en-US" altLang="ko-KR"/>
          </a:p>
          <a:p>
            <a:r>
              <a:rPr lang="en-US" altLang="ko-KR"/>
              <a:t>PE – CE</a:t>
            </a:r>
          </a:p>
          <a:p>
            <a:pPr lvl="1"/>
            <a:r>
              <a:rPr lang="en-US" altLang="ko-KR"/>
              <a:t>OSPF</a:t>
            </a:r>
          </a:p>
          <a:p>
            <a:pPr lvl="1"/>
            <a:endParaRPr lang="en-US" altLang="ko-KR"/>
          </a:p>
          <a:p>
            <a:r>
              <a:rPr lang="en-US" altLang="ko-KR"/>
              <a:t>PE – PE</a:t>
            </a:r>
          </a:p>
          <a:p>
            <a:pPr lvl="1"/>
            <a:r>
              <a:rPr lang="en-US" altLang="ko-KR"/>
              <a:t>OSPF</a:t>
            </a:r>
          </a:p>
        </p:txBody>
      </p:sp>
      <p:sp>
        <p:nvSpPr>
          <p:cNvPr id="101380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/>
              <a:t>BLUE</a:t>
            </a:r>
          </a:p>
          <a:p>
            <a:pPr lvl="1"/>
            <a:r>
              <a:rPr lang="en-US" altLang="ko-KR"/>
              <a:t>R3 – R5</a:t>
            </a:r>
          </a:p>
          <a:p>
            <a:pPr lvl="1">
              <a:buFont typeface="Arial" charset="0"/>
              <a:buNone/>
            </a:pPr>
            <a:endParaRPr lang="en-US" altLang="ko-KR"/>
          </a:p>
          <a:p>
            <a:r>
              <a:rPr lang="en-US" altLang="ko-KR"/>
              <a:t>RED</a:t>
            </a:r>
          </a:p>
          <a:p>
            <a:pPr lvl="1"/>
            <a:r>
              <a:rPr lang="en-US" altLang="ko-KR"/>
              <a:t>R4 – R6</a:t>
            </a:r>
          </a:p>
          <a:p>
            <a:pPr lvl="1"/>
            <a:endParaRPr lang="en-US" altLang="ko-KR"/>
          </a:p>
          <a:p>
            <a:r>
              <a:rPr lang="ko-KR" altLang="en-US"/>
              <a:t>각각 </a:t>
            </a:r>
            <a:r>
              <a:rPr lang="en-US" altLang="ko-KR"/>
              <a:t>Ping </a:t>
            </a:r>
            <a:r>
              <a:rPr lang="ko-KR" altLang="en-US"/>
              <a:t>되어야 한다</a:t>
            </a:r>
            <a:r>
              <a:rPr lang="en-US" altLang="ko-KR"/>
              <a:t>.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화면 슬라이드 쇼(4:3)</PresentationFormat>
  <Paragraphs>57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MPLS VPN </vt:lpstr>
      <vt:lpstr>MPLS VPN-OSPF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</dc:title>
  <dc:creator>NetZzang</dc:creator>
  <cp:lastModifiedBy>DWIT</cp:lastModifiedBy>
  <cp:revision>3</cp:revision>
  <dcterms:created xsi:type="dcterms:W3CDTF">2012-03-23T09:35:32Z</dcterms:created>
  <dcterms:modified xsi:type="dcterms:W3CDTF">2025-03-18T02:06:52Z</dcterms:modified>
</cp:coreProperties>
</file>