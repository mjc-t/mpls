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3357563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3357563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1585913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1679575" y="5214938"/>
            <a:ext cx="892175" cy="628650"/>
            <a:chOff x="1428750" y="4286250"/>
            <a:chExt cx="892175" cy="628650"/>
          </a:xfrm>
        </p:grpSpPr>
        <p:pic>
          <p:nvPicPr>
            <p:cNvPr id="10042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1571625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6537325" y="5214938"/>
            <a:ext cx="892175" cy="628650"/>
            <a:chOff x="1428750" y="4286250"/>
            <a:chExt cx="892175" cy="628650"/>
          </a:xfrm>
        </p:grpSpPr>
        <p:pic>
          <p:nvPicPr>
            <p:cNvPr id="10042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  <a:endCxn id="7" idx="0"/>
          </p:cNvCxnSpPr>
          <p:nvPr/>
        </p:nvCxnSpPr>
        <p:spPr>
          <a:xfrm rot="16200000" flipH="1">
            <a:off x="1516063" y="2760663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3663950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3662363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38" idx="3"/>
            <a:endCxn id="10" idx="1"/>
          </p:cNvCxnSpPr>
          <p:nvPr/>
        </p:nvCxnSpPr>
        <p:spPr>
          <a:xfrm>
            <a:off x="5810250" y="3662363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0" idx="0"/>
            <a:endCxn id="19" idx="2"/>
          </p:cNvCxnSpPr>
          <p:nvPr/>
        </p:nvCxnSpPr>
        <p:spPr>
          <a:xfrm rot="5400000" flipH="1" flipV="1">
            <a:off x="6405563" y="2778125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257175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7" name="TextBox 182"/>
          <p:cNvSpPr txBox="1">
            <a:spLocks noChangeArrowheads="1"/>
          </p:cNvSpPr>
          <p:nvPr/>
        </p:nvSpPr>
        <p:spPr bwMode="auto">
          <a:xfrm>
            <a:off x="1395923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3000375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9" name="TextBox 182"/>
          <p:cNvSpPr txBox="1">
            <a:spLocks noChangeArrowheads="1"/>
          </p:cNvSpPr>
          <p:nvPr/>
        </p:nvSpPr>
        <p:spPr bwMode="auto">
          <a:xfrm>
            <a:off x="5429250" y="3929063"/>
            <a:ext cx="7223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F1/2(R)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28.8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25003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3429000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3429000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4" name="직선 연결선 53"/>
          <p:cNvCxnSpPr>
            <a:stCxn id="7" idx="2"/>
            <a:endCxn id="16" idx="0"/>
          </p:cNvCxnSpPr>
          <p:nvPr/>
        </p:nvCxnSpPr>
        <p:spPr>
          <a:xfrm rot="16200000" flipH="1">
            <a:off x="1504950" y="4594226"/>
            <a:ext cx="1228725" cy="127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0" idx="2"/>
            <a:endCxn id="22" idx="0"/>
          </p:cNvCxnSpPr>
          <p:nvPr/>
        </p:nvCxnSpPr>
        <p:spPr>
          <a:xfrm rot="5400000">
            <a:off x="6369051" y="4600575"/>
            <a:ext cx="12303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75" name="TextBox 182"/>
          <p:cNvSpPr txBox="1">
            <a:spLocks noChangeArrowheads="1"/>
          </p:cNvSpPr>
          <p:nvPr/>
        </p:nvSpPr>
        <p:spPr bwMode="auto">
          <a:xfrm>
            <a:off x="7158548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6" name="TextBox 182"/>
          <p:cNvSpPr txBox="1">
            <a:spLocks noChangeArrowheads="1"/>
          </p:cNvSpPr>
          <p:nvPr/>
        </p:nvSpPr>
        <p:spPr bwMode="auto">
          <a:xfrm>
            <a:off x="2786063" y="3967163"/>
            <a:ext cx="7223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17.7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104"/>
          <p:cNvGrpSpPr>
            <a:grpSpLocks/>
          </p:cNvGrpSpPr>
          <p:nvPr/>
        </p:nvGrpSpPr>
        <p:grpSpPr bwMode="auto">
          <a:xfrm>
            <a:off x="6858000" y="5786438"/>
            <a:ext cx="285750" cy="358775"/>
            <a:chOff x="1714481" y="3857627"/>
            <a:chExt cx="285750" cy="358775"/>
          </a:xfrm>
        </p:grpSpPr>
        <p:cxnSp>
          <p:nvCxnSpPr>
            <p:cNvPr id="64" name="직선 연결선 63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4"/>
          <p:cNvGrpSpPr>
            <a:grpSpLocks/>
          </p:cNvGrpSpPr>
          <p:nvPr/>
        </p:nvGrpSpPr>
        <p:grpSpPr bwMode="auto">
          <a:xfrm>
            <a:off x="2000250" y="5784850"/>
            <a:ext cx="285750" cy="358775"/>
            <a:chOff x="1714481" y="3857627"/>
            <a:chExt cx="285750" cy="358775"/>
          </a:xfrm>
        </p:grpSpPr>
        <p:cxnSp>
          <p:nvCxnSpPr>
            <p:cNvPr id="67" name="직선 연결선 66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3857625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3857625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3500438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3500438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flipV="1">
            <a:off x="2000250" y="1284288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flipV="1">
            <a:off x="6858000" y="1214438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3000375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1071563"/>
            <a:ext cx="1714500" cy="1428750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0" name="타원 89"/>
          <p:cNvSpPr/>
          <p:nvPr/>
        </p:nvSpPr>
        <p:spPr bwMode="auto">
          <a:xfrm>
            <a:off x="6143625" y="5000625"/>
            <a:ext cx="1714500" cy="1357313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1" name="타원 90"/>
          <p:cNvSpPr/>
          <p:nvPr/>
        </p:nvSpPr>
        <p:spPr bwMode="auto">
          <a:xfrm>
            <a:off x="1285875" y="5000625"/>
            <a:ext cx="1643063" cy="1357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2" name="타원 91"/>
          <p:cNvSpPr/>
          <p:nvPr/>
        </p:nvSpPr>
        <p:spPr bwMode="auto">
          <a:xfrm>
            <a:off x="6143625" y="1071563"/>
            <a:ext cx="1643063" cy="13573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4" name="TextBox 190"/>
          <p:cNvSpPr txBox="1">
            <a:spLocks noChangeArrowheads="1"/>
          </p:cNvSpPr>
          <p:nvPr/>
        </p:nvSpPr>
        <p:spPr bwMode="auto">
          <a:xfrm>
            <a:off x="3929063" y="45720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5" name="TextBox 190"/>
          <p:cNvSpPr txBox="1">
            <a:spLocks noChangeArrowheads="1"/>
          </p:cNvSpPr>
          <p:nvPr/>
        </p:nvSpPr>
        <p:spPr bwMode="auto">
          <a:xfrm>
            <a:off x="1285875" y="63452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6" name="TextBox 190"/>
          <p:cNvSpPr txBox="1">
            <a:spLocks noChangeArrowheads="1"/>
          </p:cNvSpPr>
          <p:nvPr/>
        </p:nvSpPr>
        <p:spPr bwMode="auto">
          <a:xfrm>
            <a:off x="6143625" y="62865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32019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32146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3" name="TextBox 190"/>
          <p:cNvSpPr txBox="1">
            <a:spLocks noChangeArrowheads="1"/>
          </p:cNvSpPr>
          <p:nvPr/>
        </p:nvSpPr>
        <p:spPr bwMode="auto">
          <a:xfrm>
            <a:off x="2928938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4" name="TextBox 190"/>
          <p:cNvSpPr txBox="1">
            <a:spLocks noChangeArrowheads="1"/>
          </p:cNvSpPr>
          <p:nvPr/>
        </p:nvSpPr>
        <p:spPr bwMode="auto">
          <a:xfrm>
            <a:off x="4714875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190"/>
          <p:cNvSpPr txBox="1">
            <a:spLocks noChangeArrowheads="1"/>
          </p:cNvSpPr>
          <p:nvPr/>
        </p:nvSpPr>
        <p:spPr bwMode="auto">
          <a:xfrm>
            <a:off x="2987824" y="2132856"/>
            <a:ext cx="14287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RT </a:t>
            </a:r>
          </a:p>
          <a:p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import 20:200</a:t>
            </a:r>
          </a:p>
          <a:p>
            <a:r>
              <a:rPr lang="en-US" altLang="ko-KR" sz="1400" b="1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Export 10:100</a:t>
            </a:r>
            <a:endParaRPr kumimoji="0" lang="ko-KR" altLang="en-US" sz="1400" b="1" u="sng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190"/>
          <p:cNvSpPr txBox="1">
            <a:spLocks noChangeArrowheads="1"/>
          </p:cNvSpPr>
          <p:nvPr/>
        </p:nvSpPr>
        <p:spPr bwMode="auto">
          <a:xfrm>
            <a:off x="4644008" y="2114272"/>
            <a:ext cx="14287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RT </a:t>
            </a:r>
          </a:p>
          <a:p>
            <a:pPr algn="r"/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import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0:100</a:t>
            </a:r>
          </a:p>
          <a:p>
            <a:pPr algn="r"/>
            <a:r>
              <a:rPr lang="en-US" altLang="ko-KR" sz="1400" b="1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Export 10:200</a:t>
            </a:r>
            <a:endParaRPr kumimoji="0" lang="ko-KR" altLang="en-US" sz="1400" b="1" u="sng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190"/>
          <p:cNvSpPr txBox="1">
            <a:spLocks noChangeArrowheads="1"/>
          </p:cNvSpPr>
          <p:nvPr/>
        </p:nvSpPr>
        <p:spPr bwMode="auto">
          <a:xfrm>
            <a:off x="2987824" y="4778568"/>
            <a:ext cx="14287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RT </a:t>
            </a:r>
          </a:p>
          <a:p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import 10:200</a:t>
            </a:r>
          </a:p>
          <a:p>
            <a:r>
              <a:rPr lang="en-US" altLang="ko-KR" sz="1400" b="1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Export 20:100</a:t>
            </a:r>
            <a:endParaRPr kumimoji="0" lang="ko-KR" altLang="en-US" sz="1400" b="1" u="sng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TextBox 190"/>
          <p:cNvSpPr txBox="1">
            <a:spLocks noChangeArrowheads="1"/>
          </p:cNvSpPr>
          <p:nvPr/>
        </p:nvSpPr>
        <p:spPr bwMode="auto">
          <a:xfrm>
            <a:off x="4644008" y="4778568"/>
            <a:ext cx="14287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RT </a:t>
            </a:r>
          </a:p>
          <a:p>
            <a:pPr algn="r"/>
            <a:r>
              <a:rPr kumimoji="0" lang="en-US" altLang="ko-KR" sz="14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import 10:100</a:t>
            </a:r>
            <a:endParaRPr kumimoji="0"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r"/>
            <a:r>
              <a:rPr lang="en-US" altLang="ko-KR" sz="1400" b="1" u="sng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Export 20:200</a:t>
            </a:r>
            <a:endParaRPr kumimoji="0" lang="ko-KR" altLang="en-US" sz="1400" b="1" u="sng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</a:t>
            </a:r>
            <a:endParaRPr lang="ko-KR" altLang="en-US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BLUE, RED</a:t>
            </a:r>
          </a:p>
          <a:p>
            <a:pPr lvl="1"/>
            <a:r>
              <a:rPr lang="en-US" altLang="ko-KR" dirty="0"/>
              <a:t>RD: 10:10 </a:t>
            </a:r>
          </a:p>
          <a:p>
            <a:pPr lvl="1"/>
            <a:r>
              <a:rPr lang="en-US" altLang="ko-KR" dirty="0"/>
              <a:t>RD: 10:20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OSPF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 dirty="0"/>
              <a:t>OSPF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BLUE</a:t>
            </a:r>
          </a:p>
          <a:p>
            <a:pPr lvl="1"/>
            <a:r>
              <a:rPr lang="en-US" altLang="ko-KR" dirty="0"/>
              <a:t>R3, R5</a:t>
            </a:r>
          </a:p>
          <a:p>
            <a:pPr lvl="1">
              <a:buFont typeface="Arial" charset="0"/>
              <a:buNone/>
            </a:pPr>
            <a:endParaRPr lang="en-US" altLang="ko-KR" dirty="0"/>
          </a:p>
          <a:p>
            <a:r>
              <a:rPr lang="en-US" altLang="ko-KR" dirty="0"/>
              <a:t>RED</a:t>
            </a:r>
          </a:p>
          <a:p>
            <a:pPr lvl="1"/>
            <a:r>
              <a:rPr lang="en-US" altLang="ko-KR"/>
              <a:t>R4, R6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각각 </a:t>
            </a:r>
            <a:r>
              <a:rPr lang="en-US" altLang="ko-KR" dirty="0"/>
              <a:t>Ping(Cross)</a:t>
            </a:r>
          </a:p>
          <a:p>
            <a:pPr lvl="1"/>
            <a:r>
              <a:rPr lang="en-US" altLang="ko-KR" dirty="0"/>
              <a:t>R3 – R6</a:t>
            </a:r>
          </a:p>
          <a:p>
            <a:pPr lvl="1"/>
            <a:r>
              <a:rPr lang="en-US" altLang="ko-KR" dirty="0"/>
              <a:t>R4 – R5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121</Words>
  <Application>Microsoft Office PowerPoint</Application>
  <PresentationFormat>화면 슬라이드 쇼(4:3)</PresentationFormat>
  <Paragraphs>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8</cp:revision>
  <dcterms:created xsi:type="dcterms:W3CDTF">2012-03-23T09:35:32Z</dcterms:created>
  <dcterms:modified xsi:type="dcterms:W3CDTF">2025-03-20T01:15:56Z</dcterms:modified>
</cp:coreProperties>
</file>