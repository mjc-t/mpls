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MPLS VPN </a:t>
            </a:r>
            <a:endParaRPr lang="ko-KR" altLang="en-US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666875" y="5021734"/>
            <a:ext cx="892175" cy="628650"/>
            <a:chOff x="1428750" y="4286250"/>
            <a:chExt cx="892175" cy="628650"/>
          </a:xfrm>
        </p:grpSpPr>
        <p:pic>
          <p:nvPicPr>
            <p:cNvPr id="10043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6537325" y="5021734"/>
            <a:ext cx="892175" cy="628650"/>
            <a:chOff x="1428750" y="4286250"/>
            <a:chExt cx="892175" cy="628650"/>
          </a:xfrm>
        </p:grpSpPr>
        <p:pic>
          <p:nvPicPr>
            <p:cNvPr id="10043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1679575" y="3250084"/>
            <a:ext cx="892175" cy="628650"/>
            <a:chOff x="1428750" y="4286250"/>
            <a:chExt cx="892175" cy="628650"/>
          </a:xfrm>
        </p:grpSpPr>
        <p:pic>
          <p:nvPicPr>
            <p:cNvPr id="10043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537325" y="3235796"/>
            <a:ext cx="892175" cy="628650"/>
            <a:chOff x="1428750" y="4286250"/>
            <a:chExt cx="892175" cy="628650"/>
          </a:xfrm>
        </p:grpSpPr>
        <p:pic>
          <p:nvPicPr>
            <p:cNvPr id="10042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" name="직선 연결선 23"/>
          <p:cNvCxnSpPr>
            <a:stCxn id="100432" idx="2"/>
          </p:cNvCxnSpPr>
          <p:nvPr/>
        </p:nvCxnSpPr>
        <p:spPr>
          <a:xfrm rot="16200000" flipH="1">
            <a:off x="1516063" y="4424834"/>
            <a:ext cx="1177925" cy="1587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2559050" y="5328121"/>
            <a:ext cx="693738" cy="793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67188" y="5326534"/>
            <a:ext cx="72866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5810250" y="5326534"/>
            <a:ext cx="727075" cy="952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rot="5400000" flipH="1" flipV="1">
            <a:off x="6405563" y="4442296"/>
            <a:ext cx="1157288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66" name="TextBox 182"/>
          <p:cNvSpPr txBox="1">
            <a:spLocks noChangeArrowheads="1"/>
          </p:cNvSpPr>
          <p:nvPr/>
        </p:nvSpPr>
        <p:spPr bwMode="auto">
          <a:xfrm>
            <a:off x="1348298" y="4235921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8" name="TextBox 182"/>
          <p:cNvSpPr txBox="1">
            <a:spLocks noChangeArrowheads="1"/>
          </p:cNvSpPr>
          <p:nvPr/>
        </p:nvSpPr>
        <p:spPr bwMode="auto">
          <a:xfrm>
            <a:off x="4071938" y="4664546"/>
            <a:ext cx="123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F1/14(Routed)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78.0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0" name="TextBox 182"/>
          <p:cNvSpPr txBox="1">
            <a:spLocks noChangeArrowheads="1"/>
          </p:cNvSpPr>
          <p:nvPr/>
        </p:nvSpPr>
        <p:spPr bwMode="auto">
          <a:xfrm>
            <a:off x="7158548" y="4164484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4"/>
          <p:cNvGrpSpPr>
            <a:grpSpLocks/>
          </p:cNvGrpSpPr>
          <p:nvPr/>
        </p:nvGrpSpPr>
        <p:grpSpPr bwMode="auto">
          <a:xfrm>
            <a:off x="3252788" y="5093171"/>
            <a:ext cx="914400" cy="468313"/>
            <a:chOff x="3214688" y="5500688"/>
            <a:chExt cx="914400" cy="468312"/>
          </a:xfrm>
        </p:grpSpPr>
        <p:pic>
          <p:nvPicPr>
            <p:cNvPr id="100423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146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4" name="TextBox 25"/>
            <p:cNvSpPr txBox="1">
              <a:spLocks noChangeArrowheads="1"/>
            </p:cNvSpPr>
            <p:nvPr/>
          </p:nvSpPr>
          <p:spPr bwMode="auto">
            <a:xfrm>
              <a:off x="32861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30"/>
          <p:cNvGrpSpPr>
            <a:grpSpLocks/>
          </p:cNvGrpSpPr>
          <p:nvPr/>
        </p:nvGrpSpPr>
        <p:grpSpPr bwMode="auto">
          <a:xfrm>
            <a:off x="4895850" y="5093171"/>
            <a:ext cx="914400" cy="468313"/>
            <a:chOff x="4929188" y="5500688"/>
            <a:chExt cx="914400" cy="468312"/>
          </a:xfrm>
        </p:grpSpPr>
        <p:pic>
          <p:nvPicPr>
            <p:cNvPr id="100421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291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2" name="TextBox 27"/>
            <p:cNvSpPr txBox="1">
              <a:spLocks noChangeArrowheads="1"/>
            </p:cNvSpPr>
            <p:nvPr/>
          </p:nvSpPr>
          <p:spPr bwMode="auto">
            <a:xfrm>
              <a:off x="50006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0377" name="TextBox 182"/>
          <p:cNvSpPr txBox="1">
            <a:spLocks noChangeArrowheads="1"/>
          </p:cNvSpPr>
          <p:nvPr/>
        </p:nvSpPr>
        <p:spPr bwMode="auto">
          <a:xfrm>
            <a:off x="6072188" y="4702646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28.2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8" name="TextBox 182"/>
          <p:cNvSpPr txBox="1">
            <a:spLocks noChangeArrowheads="1"/>
          </p:cNvSpPr>
          <p:nvPr/>
        </p:nvSpPr>
        <p:spPr bwMode="auto">
          <a:xfrm>
            <a:off x="2500313" y="4702646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17.1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그룹 104"/>
          <p:cNvGrpSpPr>
            <a:grpSpLocks/>
          </p:cNvGrpSpPr>
          <p:nvPr/>
        </p:nvGrpSpPr>
        <p:grpSpPr bwMode="auto">
          <a:xfrm>
            <a:off x="3500438" y="5521796"/>
            <a:ext cx="285750" cy="358775"/>
            <a:chOff x="1714481" y="3857627"/>
            <a:chExt cx="285750" cy="358775"/>
          </a:xfrm>
        </p:grpSpPr>
        <p:cxnSp>
          <p:nvCxnSpPr>
            <p:cNvPr id="70" name="직선 연결선 69"/>
            <p:cNvCxnSpPr/>
            <p:nvPr/>
          </p:nvCxnSpPr>
          <p:spPr>
            <a:xfrm rot="5400000">
              <a:off x="1679556" y="4035427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04"/>
          <p:cNvGrpSpPr>
            <a:grpSpLocks/>
          </p:cNvGrpSpPr>
          <p:nvPr/>
        </p:nvGrpSpPr>
        <p:grpSpPr bwMode="auto">
          <a:xfrm>
            <a:off x="5143500" y="5521796"/>
            <a:ext cx="285750" cy="358775"/>
            <a:chOff x="1714481" y="3857627"/>
            <a:chExt cx="285750" cy="358775"/>
          </a:xfrm>
        </p:grpSpPr>
        <p:cxnSp>
          <p:nvCxnSpPr>
            <p:cNvPr id="73" name="직선 연결선 72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00"/>
          <p:cNvGrpSpPr>
            <a:grpSpLocks/>
          </p:cNvGrpSpPr>
          <p:nvPr/>
        </p:nvGrpSpPr>
        <p:grpSpPr bwMode="auto">
          <a:xfrm>
            <a:off x="1357313" y="5164609"/>
            <a:ext cx="357187" cy="428625"/>
            <a:chOff x="1071563" y="2428875"/>
            <a:chExt cx="357187" cy="428625"/>
          </a:xfrm>
        </p:grpSpPr>
        <p:cxnSp>
          <p:nvCxnSpPr>
            <p:cNvPr id="76" name="직선 연결선 75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rot="5400000">
              <a:off x="858044" y="2642394"/>
              <a:ext cx="42862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00"/>
          <p:cNvGrpSpPr>
            <a:grpSpLocks/>
          </p:cNvGrpSpPr>
          <p:nvPr/>
        </p:nvGrpSpPr>
        <p:grpSpPr bwMode="auto">
          <a:xfrm flipH="1">
            <a:off x="7429500" y="5164609"/>
            <a:ext cx="357188" cy="428625"/>
            <a:chOff x="1071563" y="2428875"/>
            <a:chExt cx="357187" cy="428625"/>
          </a:xfrm>
        </p:grpSpPr>
        <p:cxnSp>
          <p:nvCxnSpPr>
            <p:cNvPr id="79" name="직선 연결선 78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rot="5400000">
              <a:off x="858045" y="2642394"/>
              <a:ext cx="42862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04"/>
          <p:cNvGrpSpPr>
            <a:grpSpLocks/>
          </p:cNvGrpSpPr>
          <p:nvPr/>
        </p:nvGrpSpPr>
        <p:grpSpPr bwMode="auto">
          <a:xfrm rot="16200000" flipV="1">
            <a:off x="1369417" y="3394769"/>
            <a:ext cx="285750" cy="358775"/>
            <a:chOff x="1714481" y="3857627"/>
            <a:chExt cx="285750" cy="358775"/>
          </a:xfrm>
        </p:grpSpPr>
        <p:cxnSp>
          <p:nvCxnSpPr>
            <p:cNvPr id="82" name="직선 연결선 81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04"/>
          <p:cNvGrpSpPr>
            <a:grpSpLocks/>
          </p:cNvGrpSpPr>
          <p:nvPr/>
        </p:nvGrpSpPr>
        <p:grpSpPr bwMode="auto">
          <a:xfrm rot="5400000" flipV="1">
            <a:off x="7416825" y="3394769"/>
            <a:ext cx="285750" cy="358775"/>
            <a:chOff x="1714481" y="3857627"/>
            <a:chExt cx="285750" cy="358775"/>
          </a:xfrm>
        </p:grpSpPr>
        <p:cxnSp>
          <p:nvCxnSpPr>
            <p:cNvPr id="85" name="직선 연결선 84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모서리가 둥근 직사각형 86"/>
          <p:cNvSpPr/>
          <p:nvPr/>
        </p:nvSpPr>
        <p:spPr>
          <a:xfrm>
            <a:off x="928688" y="4664546"/>
            <a:ext cx="7215187" cy="142875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9" name="타원 88"/>
          <p:cNvSpPr/>
          <p:nvPr/>
        </p:nvSpPr>
        <p:spPr bwMode="auto">
          <a:xfrm>
            <a:off x="1285875" y="980728"/>
            <a:ext cx="1714500" cy="3183756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2" name="타원 91"/>
          <p:cNvSpPr/>
          <p:nvPr/>
        </p:nvSpPr>
        <p:spPr bwMode="auto">
          <a:xfrm>
            <a:off x="6143625" y="980728"/>
            <a:ext cx="1643063" cy="31123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3" name="타원 92"/>
          <p:cNvSpPr/>
          <p:nvPr/>
        </p:nvSpPr>
        <p:spPr bwMode="auto">
          <a:xfrm>
            <a:off x="1000125" y="4807421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94" name="타원 93"/>
          <p:cNvSpPr/>
          <p:nvPr/>
        </p:nvSpPr>
        <p:spPr bwMode="auto">
          <a:xfrm>
            <a:off x="6143625" y="4807421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100397" name="TextBox 190"/>
          <p:cNvSpPr txBox="1">
            <a:spLocks noChangeArrowheads="1"/>
          </p:cNvSpPr>
          <p:nvPr/>
        </p:nvSpPr>
        <p:spPr bwMode="auto">
          <a:xfrm>
            <a:off x="128587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8" name="TextBox 190"/>
          <p:cNvSpPr txBox="1">
            <a:spLocks noChangeArrowheads="1"/>
          </p:cNvSpPr>
          <p:nvPr/>
        </p:nvSpPr>
        <p:spPr bwMode="auto">
          <a:xfrm>
            <a:off x="614362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b="1" u="sng" dirty="0">
                <a:latin typeface="맑은 고딕" pitchFamily="50" charset="-127"/>
                <a:ea typeface="맑은 고딕" pitchFamily="50" charset="-127"/>
              </a:rPr>
              <a:t>EIGRP 1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9" name="TextBox 190"/>
          <p:cNvSpPr txBox="1">
            <a:spLocks noChangeArrowheads="1"/>
          </p:cNvSpPr>
          <p:nvPr/>
        </p:nvSpPr>
        <p:spPr bwMode="auto">
          <a:xfrm>
            <a:off x="142875" y="4866159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0" name="TextBox 190"/>
          <p:cNvSpPr txBox="1">
            <a:spLocks noChangeArrowheads="1"/>
          </p:cNvSpPr>
          <p:nvPr/>
        </p:nvSpPr>
        <p:spPr bwMode="auto">
          <a:xfrm>
            <a:off x="7500938" y="4878859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1" name="TextBox 190"/>
          <p:cNvSpPr txBox="1">
            <a:spLocks noChangeArrowheads="1"/>
          </p:cNvSpPr>
          <p:nvPr/>
        </p:nvSpPr>
        <p:spPr bwMode="auto">
          <a:xfrm>
            <a:off x="3000375" y="3307234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2" name="TextBox 190"/>
          <p:cNvSpPr txBox="1">
            <a:spLocks noChangeArrowheads="1"/>
          </p:cNvSpPr>
          <p:nvPr/>
        </p:nvSpPr>
        <p:spPr bwMode="auto">
          <a:xfrm>
            <a:off x="4643438" y="3307234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8" name="그룹 6"/>
          <p:cNvGrpSpPr>
            <a:grpSpLocks/>
          </p:cNvGrpSpPr>
          <p:nvPr/>
        </p:nvGrpSpPr>
        <p:grpSpPr bwMode="auto">
          <a:xfrm>
            <a:off x="1679575" y="1205880"/>
            <a:ext cx="892175" cy="628650"/>
            <a:chOff x="1428750" y="4286250"/>
            <a:chExt cx="892175" cy="628650"/>
          </a:xfrm>
        </p:grpSpPr>
        <p:pic>
          <p:nvPicPr>
            <p:cNvPr id="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7" name="그룹 96"/>
          <p:cNvGrpSpPr>
            <a:grpSpLocks/>
          </p:cNvGrpSpPr>
          <p:nvPr/>
        </p:nvGrpSpPr>
        <p:grpSpPr bwMode="auto">
          <a:xfrm>
            <a:off x="6537325" y="1205880"/>
            <a:ext cx="892175" cy="628650"/>
            <a:chOff x="1428750" y="4286250"/>
            <a:chExt cx="892175" cy="628650"/>
          </a:xfrm>
        </p:grpSpPr>
        <p:pic>
          <p:nvPicPr>
            <p:cNvPr id="98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9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0" name="TextBox 182"/>
          <p:cNvSpPr txBox="1">
            <a:spLocks noChangeArrowheads="1"/>
          </p:cNvSpPr>
          <p:nvPr/>
        </p:nvSpPr>
        <p:spPr bwMode="auto">
          <a:xfrm>
            <a:off x="2281623" y="2276872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2" name="직선 연결선 101"/>
          <p:cNvCxnSpPr>
            <a:stCxn id="100431" idx="0"/>
            <a:endCxn id="95" idx="2"/>
          </p:cNvCxnSpPr>
          <p:nvPr/>
        </p:nvCxnSpPr>
        <p:spPr>
          <a:xfrm flipV="1">
            <a:off x="2125663" y="1834530"/>
            <a:ext cx="0" cy="1415554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>
            <a:stCxn id="98" idx="2"/>
            <a:endCxn id="100427" idx="0"/>
          </p:cNvCxnSpPr>
          <p:nvPr/>
        </p:nvCxnSpPr>
        <p:spPr>
          <a:xfrm>
            <a:off x="6983413" y="1834530"/>
            <a:ext cx="0" cy="1401266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82"/>
          <p:cNvSpPr txBox="1">
            <a:spLocks noChangeArrowheads="1"/>
          </p:cNvSpPr>
          <p:nvPr/>
        </p:nvSpPr>
        <p:spPr bwMode="auto">
          <a:xfrm>
            <a:off x="6313849" y="2348880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5</a:t>
            </a:r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6" name="그룹 104"/>
          <p:cNvGrpSpPr>
            <a:grpSpLocks/>
          </p:cNvGrpSpPr>
          <p:nvPr/>
        </p:nvGrpSpPr>
        <p:grpSpPr bwMode="auto">
          <a:xfrm rot="16200000">
            <a:off x="7418089" y="1304256"/>
            <a:ext cx="285750" cy="358775"/>
            <a:chOff x="1714481" y="3857627"/>
            <a:chExt cx="285750" cy="358775"/>
          </a:xfrm>
        </p:grpSpPr>
        <p:cxnSp>
          <p:nvCxnSpPr>
            <p:cNvPr id="107" name="직선 연결선 106"/>
            <p:cNvCxnSpPr/>
            <p:nvPr/>
          </p:nvCxnSpPr>
          <p:spPr>
            <a:xfrm rot="5400000">
              <a:off x="1679556" y="403542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그룹 104"/>
          <p:cNvGrpSpPr>
            <a:grpSpLocks/>
          </p:cNvGrpSpPr>
          <p:nvPr/>
        </p:nvGrpSpPr>
        <p:grpSpPr bwMode="auto">
          <a:xfrm rot="5400000">
            <a:off x="1369417" y="1304256"/>
            <a:ext cx="285750" cy="358775"/>
            <a:chOff x="1714481" y="3857627"/>
            <a:chExt cx="285750" cy="358775"/>
          </a:xfrm>
        </p:grpSpPr>
        <p:cxnSp>
          <p:nvCxnSpPr>
            <p:cNvPr id="110" name="직선 연결선 109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90"/>
          <p:cNvSpPr txBox="1">
            <a:spLocks noChangeArrowheads="1"/>
          </p:cNvSpPr>
          <p:nvPr/>
        </p:nvSpPr>
        <p:spPr bwMode="auto">
          <a:xfrm>
            <a:off x="3707904" y="6237312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MPLS VPN-OSPF</a:t>
            </a:r>
            <a:endParaRPr lang="ko-KR" altLang="en-US" dirty="0"/>
          </a:p>
        </p:txBody>
      </p:sp>
      <p:sp>
        <p:nvSpPr>
          <p:cNvPr id="101379" name="내용 개체 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R1, R2</a:t>
            </a:r>
          </a:p>
          <a:p>
            <a:pPr lvl="1"/>
            <a:r>
              <a:rPr lang="en-US" altLang="ko-KR" dirty="0"/>
              <a:t>VRF: BLUE</a:t>
            </a:r>
          </a:p>
          <a:p>
            <a:pPr lvl="1"/>
            <a:r>
              <a:rPr lang="en-US" altLang="ko-KR" dirty="0"/>
              <a:t>RD: 10:100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CE</a:t>
            </a:r>
          </a:p>
          <a:p>
            <a:pPr lvl="1"/>
            <a:r>
              <a:rPr lang="en-US" altLang="ko-KR" dirty="0"/>
              <a:t>OSPF</a:t>
            </a:r>
          </a:p>
          <a:p>
            <a:pPr lvl="1"/>
            <a:r>
              <a:rPr lang="en-US" altLang="ko-KR" dirty="0"/>
              <a:t>EIGRP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PE</a:t>
            </a:r>
          </a:p>
          <a:p>
            <a:pPr lvl="1"/>
            <a:r>
              <a:rPr lang="en-US" altLang="ko-KR" dirty="0"/>
              <a:t>OSPF</a:t>
            </a:r>
          </a:p>
        </p:txBody>
      </p:sp>
      <p:sp>
        <p:nvSpPr>
          <p:cNvPr id="101380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BLUE</a:t>
            </a:r>
          </a:p>
          <a:p>
            <a:pPr lvl="1"/>
            <a:r>
              <a:rPr lang="en-US" altLang="ko-KR" dirty="0"/>
              <a:t>R3 – R5</a:t>
            </a:r>
          </a:p>
          <a:p>
            <a:pPr lvl="1">
              <a:buFont typeface="Arial" charset="0"/>
              <a:buNone/>
            </a:pPr>
            <a:endParaRPr lang="en-US" altLang="ko-KR" dirty="0"/>
          </a:p>
          <a:p>
            <a:pPr lvl="1">
              <a:buNone/>
            </a:pPr>
            <a:endParaRPr lang="en-US" altLang="ko-KR" dirty="0"/>
          </a:p>
          <a:p>
            <a:r>
              <a:rPr lang="ko-KR" altLang="en-US" dirty="0"/>
              <a:t>각각 </a:t>
            </a:r>
            <a:r>
              <a:rPr lang="en-US" altLang="ko-KR" dirty="0"/>
              <a:t>Ping </a:t>
            </a:r>
            <a:r>
              <a:rPr lang="ko-KR" altLang="en-US" dirty="0"/>
              <a:t>되어야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71</Words>
  <Application>Microsoft Office PowerPoint</Application>
  <PresentationFormat>화면 슬라이드 쇼(4:3)</PresentationFormat>
  <Paragraphs>48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MPLS VPN </vt:lpstr>
      <vt:lpstr>MPLS VPN-OSPF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</dc:title>
  <dc:creator>NetZzang</dc:creator>
  <cp:lastModifiedBy>DWIT</cp:lastModifiedBy>
  <cp:revision>6</cp:revision>
  <dcterms:created xsi:type="dcterms:W3CDTF">2012-03-23T09:35:32Z</dcterms:created>
  <dcterms:modified xsi:type="dcterms:W3CDTF">2025-03-19T01:36:51Z</dcterms:modified>
</cp:coreProperties>
</file>